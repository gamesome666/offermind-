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8562de4294307" /><Relationship Type="http://schemas.openxmlformats.org/officeDocument/2006/relationships/extended-properties" Target="/docProps/app.xml" Id="R9995fcaabc0f40df" /><Relationship Type="http://schemas.openxmlformats.org/officeDocument/2006/relationships/officeDocument" Target="/ppt/presentation.xml" Id="R90e7877dde8b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82f945bbb4059"/>
  </p:sldMasterIdLst>
  <p:notesMasterIdLst>
    <p:notesMasterId xmlns:r="http://schemas.openxmlformats.org/officeDocument/2006/relationships" r:id="R4681f12c2e344b0b"/>
  </p:notesMasterIdLst>
  <p:sldIdLst>
    <p:sldId xmlns:r="http://schemas.openxmlformats.org/officeDocument/2006/relationships" id="256" r:id="R96c8efc788fa4232"/>
    <p:sldId xmlns:r="http://schemas.openxmlformats.org/officeDocument/2006/relationships" id="257" r:id="R919d4df6c8484787"/>
    <p:sldId xmlns:r="http://schemas.openxmlformats.org/officeDocument/2006/relationships" id="258" r:id="R2a9ba9d8d87245c1"/>
    <p:sldId xmlns:r="http://schemas.openxmlformats.org/officeDocument/2006/relationships" id="259" r:id="R2c1335ee889245d8"/>
    <p:sldId xmlns:r="http://schemas.openxmlformats.org/officeDocument/2006/relationships" id="260" r:id="R2070f594380345df"/>
    <p:sldId xmlns:r="http://schemas.openxmlformats.org/officeDocument/2006/relationships" id="261" r:id="Ra6fb04c8085d4ad5"/>
    <p:sldId xmlns:r="http://schemas.openxmlformats.org/officeDocument/2006/relationships" id="262" r:id="R5491d41a5c5245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6c381fb6b43bd" /><Relationship Type="http://schemas.openxmlformats.org/officeDocument/2006/relationships/slideMaster" Target="/ppt/slideMasters/slideMaster1.xml" Id="Rae282f945bbb4059" /><Relationship Type="http://schemas.openxmlformats.org/officeDocument/2006/relationships/notesMaster" Target="/ppt/notesMasters/notesMaster1.xml" Id="R4681f12c2e344b0b" /><Relationship Type="http://schemas.openxmlformats.org/officeDocument/2006/relationships/presProps" Target="/ppt/presProps.xml" Id="R600468e8da7441bb" /><Relationship Type="http://schemas.openxmlformats.org/officeDocument/2006/relationships/tableStyles" Target="/ppt/tableStyles.xml" Id="R49fcddb208994c93" /><Relationship Type="http://schemas.openxmlformats.org/officeDocument/2006/relationships/slide" Target="/ppt/slides/slide1.xml" Id="R96c8efc788fa4232" /><Relationship Type="http://schemas.openxmlformats.org/officeDocument/2006/relationships/slide" Target="/ppt/slides/slide2.xml" Id="R919d4df6c8484787" /><Relationship Type="http://schemas.openxmlformats.org/officeDocument/2006/relationships/slide" Target="/ppt/slides/slide3.xml" Id="R2a9ba9d8d87245c1" /><Relationship Type="http://schemas.openxmlformats.org/officeDocument/2006/relationships/slide" Target="/ppt/slides/slide4.xml" Id="R2c1335ee889245d8" /><Relationship Type="http://schemas.openxmlformats.org/officeDocument/2006/relationships/slide" Target="/ppt/slides/slide5.xml" Id="R2070f594380345df" /><Relationship Type="http://schemas.openxmlformats.org/officeDocument/2006/relationships/slide" Target="/ppt/slides/slide6.xml" Id="Ra6fb04c8085d4ad5" /><Relationship Type="http://schemas.openxmlformats.org/officeDocument/2006/relationships/slide" Target="/ppt/slides/slide7.xml" Id="R5491d41a5c5245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5b4b12894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f50c7efdf5449f" /><Relationship Type="http://schemas.openxmlformats.org/officeDocument/2006/relationships/notesMaster" Target="/ppt/notesMasters/notesMaster1.xml" Id="R9c0ea77dd3d0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b0820a89d4e5c" /><Relationship Type="http://schemas.openxmlformats.org/officeDocument/2006/relationships/notesMaster" Target="/ppt/notesMasters/notesMaster1.xml" Id="R5fbb87b88880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7f30afb7b74d3c" /><Relationship Type="http://schemas.openxmlformats.org/officeDocument/2006/relationships/notesMaster" Target="/ppt/notesMasters/notesMaster1.xml" Id="Rb8c08d781a5e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773d1873ae45df" /><Relationship Type="http://schemas.openxmlformats.org/officeDocument/2006/relationships/notesMaster" Target="/ppt/notesMasters/notesMaster1.xml" Id="R1521087adfac4c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438941577c4149" /><Relationship Type="http://schemas.openxmlformats.org/officeDocument/2006/relationships/notesMaster" Target="/ppt/notesMasters/notesMaster1.xml" Id="R4936b9a66f22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abfe11e3214c4e" /><Relationship Type="http://schemas.openxmlformats.org/officeDocument/2006/relationships/notesMaster" Target="/ppt/notesMasters/notesMaster1.xml" Id="Rae0defa9b82a45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684e35abf74466" /><Relationship Type="http://schemas.openxmlformats.org/officeDocument/2006/relationships/notesMaster" Target="/ppt/notesMasters/notesMaster1.xml" Id="R86277d0ced43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a4a77dfa64d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036d48d9c4d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4773abb0547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76f393b4744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96b70ff2444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54966d5c74d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1E346-AB24-4C2A-89C5-49C506E46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C4E162-18BD-4FCE-9A7F-6DC5F8FF62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F84994-D796-4340-B8FE-0C9BC7413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8B8CA-822B-4243-B2CF-9F545F469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D2125A-50BC-4B20-B585-CB21DE25C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B69A97-7F9C-4975-B06B-24221F0F1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70D34D-A9CF-42AF-97D4-0064D3C90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852F27-4715-4342-A0FE-EC61C6981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D61352-51D6-4189-AE7C-AA9794D01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09A954-7CEC-4EC3-98EC-0D6AB9703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3e837b1164d51" /><Relationship Type="http://schemas.openxmlformats.org/officeDocument/2006/relationships/slideLayout" Target="/ppt/slideLayouts/slideLayout1.xml" Id="Rc424f70f240649c0" /><Relationship Type="http://schemas.openxmlformats.org/officeDocument/2006/relationships/slideLayout" Target="/ppt/slideLayouts/slideLayout2.xml" Id="R315f228bd35b4ccd" /><Relationship Type="http://schemas.openxmlformats.org/officeDocument/2006/relationships/slideLayout" Target="/ppt/slideLayouts/slideLayout3.xml" Id="R668398e367e646ff" /><Relationship Type="http://schemas.openxmlformats.org/officeDocument/2006/relationships/slideLayout" Target="/ppt/slideLayouts/slideLayout4.xml" Id="R93bf057aed524a33" /><Relationship Type="http://schemas.openxmlformats.org/officeDocument/2006/relationships/slideLayout" Target="/ppt/slideLayouts/slideLayout5.xml" Id="Rc7c45d09ed164f24" /><Relationship Type="http://schemas.openxmlformats.org/officeDocument/2006/relationships/slideLayout" Target="/ppt/slideLayouts/slideLayout6.xml" Id="Rc6de6c5f3e4e4a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4f70f240649c0"/>
    <p:sldLayoutId xmlns:r="http://schemas.openxmlformats.org/officeDocument/2006/relationships" id="2147483650" r:id="R315f228bd35b4ccd"/>
    <p:sldLayoutId xmlns:r="http://schemas.openxmlformats.org/officeDocument/2006/relationships" id="2147483651" r:id="R668398e367e646ff"/>
    <p:sldLayoutId xmlns:r="http://schemas.openxmlformats.org/officeDocument/2006/relationships" id="2147483652" r:id="R93bf057aed524a33"/>
    <p:sldLayoutId xmlns:r="http://schemas.openxmlformats.org/officeDocument/2006/relationships" id="2147483653" r:id="Rc7c45d09ed164f24"/>
    <p:sldLayoutId xmlns:r="http://schemas.openxmlformats.org/officeDocument/2006/relationships" id="2147483654" r:id="Rc6de6c5f3e4e4a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562c363ac4354" /><Relationship Type="http://schemas.openxmlformats.org/officeDocument/2006/relationships/notesSlide" Target="/ppt/notesSlides/notesSlide1.xml" Id="R5d673b8d34a341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cb09e64804de7" /><Relationship Type="http://schemas.openxmlformats.org/officeDocument/2006/relationships/notesSlide" Target="/ppt/notesSlides/notesSlide2.xml" Id="Rc6e554c0144c48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117a0af1c43d6" /><Relationship Type="http://schemas.openxmlformats.org/officeDocument/2006/relationships/notesSlide" Target="/ppt/notesSlides/notesSlide3.xml" Id="R6ad814eda050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2472058874f22" /><Relationship Type="http://schemas.openxmlformats.org/officeDocument/2006/relationships/notesSlide" Target="/ppt/notesSlides/notesSlide4.xml" Id="R4fdc058bb7a641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8429991534742" /><Relationship Type="http://schemas.openxmlformats.org/officeDocument/2006/relationships/notesSlide" Target="/ppt/notesSlides/notesSlide5.xml" Id="R002307fa5baa43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5583d30ca4200" /><Relationship Type="http://schemas.openxmlformats.org/officeDocument/2006/relationships/notesSlide" Target="/ppt/notesSlides/notesSlide6.xml" Id="Ra29a5ff63ece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8eb8c766849b8" /><Relationship Type="http://schemas.openxmlformats.org/officeDocument/2006/relationships/notesSlide" Target="/ppt/notesSlides/notesSlide7.xml" Id="R31c1966bffa847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ADF2E-9AB4-4350-8F3B-7B5CE5B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【项目名称】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C6F90-36B2-4F49-AD02-2F7C2A6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《大模型微调与部署技术》课程设计开题答辩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56499-9F83-417C-A872-89B6BDB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15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EBED-EBF0-47ED-879D-D83519D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01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79F05-E4C0-428E-9934-D1E4BEB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一句话介绍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43A50-C29D-4555-A9B1-60E7E9A1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【帮助谁，在什么场景下，完成什么任务】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67B9-CF52-4DE9-87D8-1966E29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班级与小组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44B42-ED82-47E3-85F1-A9E9C11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【班级】  第【  】组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96F9D-1D4A-440A-8A1E-3B9CA3B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E019A-9AAF-4C13-BFC7-9AD42CAF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【组长、成员姓名】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DD1A-B07A-4C8D-8575-AAD3412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填写说明：替换【】中的提示，补上本组的内容和证据。</a:t>
            </a:r>
          </a:p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汇报共5分钟，包含演示。提问另计3分钟。</a:t>
            </a:r>
          </a:p>
        </p:txBody>
      </p:sp>
    </p:spTree>
    <p:extLst>
      <p:ext uri="{BB962C8B-B14F-4D97-AF65-F5344CB8AC3E}">
        <p14:creationId xmlns:p14="http://schemas.microsoft.com/office/powerpoint/2010/main" val="1377046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D3D3E-DC19-4D0D-898D-1A03E76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痛点与改进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39CD-81B3-4BE9-A1F5-024635D6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对应：问题与范围 15分。聚焦一个具体使用痛点。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122E8-E788-48DE-8657-2D45E98E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40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C2C24-C3FD-4C4F-920F-EFA7B11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AF2E1-0CAC-4A2C-8D2E-372A651E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现成方案与使用场景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61FF-05CE-40FF-A9B5-6D94843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【工具或项目名称、链接；谁在什么情况下使用】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E5E1F-D738-4CE5-B6B5-F2EB0F7A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实际遇到的痛点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2E14F-CB59-458E-B289-19D53642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【举一个不好用的例子，可附试用截图】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F9AC9-4016-40A9-AF84-18B3F9D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432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本组准备怎样改进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6DE11-20EE-4CEB-9EF2-973D836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【改哪一步，预期给用户带来什么变化】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7E4D-E44B-4A4A-83B8-40408D4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当前不足与取舍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2541A-B8C3-4B2E-B56D-017B2228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【还有什么做不好；是否增加成本、耗时或限制适用范围】</a:t>
            </a:r>
          </a:p>
        </p:txBody>
      </p:sp>
    </p:spTree>
    <p:extLst>
      <p:ext uri="{BB962C8B-B14F-4D97-AF65-F5344CB8AC3E}">
        <p14:creationId xmlns:p14="http://schemas.microsoft.com/office/powerpoint/2010/main" val="681478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DC27F-3DAA-4F5B-B815-CCCEB1F0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F8196-B044-4BD7-8C3B-9A2CED5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对应：数据准备 15分。展示已经拿到的材料。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3843E-2D63-489B-BE6D-8B1E278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25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B4AFC-0A92-43C5-8D18-DBE3F62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0CAEE-881A-4EF7-A073-3C2FA452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来源与当前规模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627CD-022F-4C8C-8660-98E80A8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【来源或链接、目前数量、真实或模拟数据】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0EE34-1882-47B7-96A4-7EB53B05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一条实际样例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B80B2-78F4-4D37-BEE1-A7299CAE6BFA}"/>
              </a:ext>
            </a:extLst>
          </p:cNvPr>
          <p:cNvGraphicFramePr/>
          <p:nvPr/>
        </p:nvGraphicFramePr>
        <p:xfrm>
          <a:off xmlns:a="http://schemas.openxmlformats.org/drawingml/2006/main" x="666750" y="3448050"/>
          <a:ext xmlns:a="http://schemas.openxmlformats.org/drawingml/2006/main" cx="10668000" cy="1562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334000"/>
                <a:gridCol w="5334000"/>
              </a:tblGrid>
              <a:tr h="7810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原始输入或资料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字段、标签或预期输出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7810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【贴一条真实样例】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【对应答案、标注或资料出处】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6515-E244-492B-9327-D3F6FE6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使用与测试安排：【是否可使用；怎样清洗；哪些样例留作测试】</a:t>
            </a:r>
          </a:p>
        </p:txBody>
      </p:sp>
    </p:spTree>
    <p:extLst>
      <p:ext uri="{BB962C8B-B14F-4D97-AF65-F5344CB8AC3E}">
        <p14:creationId xmlns:p14="http://schemas.microsoft.com/office/powerpoint/2010/main" val="1966869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77612-B22F-4E11-A5D1-E368F3E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02781-FD15-4772-B4CD-8BF01D14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对应：技术与部署 25分。写清关键步骤和本组实现。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24E90-13DE-446A-A8B4-1655C1BC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45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00AFA-CECC-4ABD-943F-B8CCF488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91BDD-C6A6-40A6-9E42-0B2D026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F"/>
            </a:solidFill>
            <a:prstDash val="dash"/>
          </a:ln>
        </p:spPr>
        <p:txBody>
          <a:bodyPr xmlns:a="http://schemas.openxmlformats.org/drawingml/2006/main" wrap="square" lIns="171450" tIns="171450" rIns="171450" bIns="17145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【在此放从输入到输出的流程图】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每一步标出实际使用的工具或模型。</a:t>
            </a:r>
          </a:p>
          <a:p xmlns:a="http://schemas.openxmlformats.org/drawingml/2006/main">
            <a:pPr algn="l">
              <a:def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用文字标明“现成组件”和“本组新增”。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BA3AC-5EE0-4AF6-B2D1-72641C5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模型与方法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CDE1C-34AB-4925-818E-69B99A4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3667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【准确模型名称】</a:t>
            </a:r>
          </a:p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【检索、微调或其他方法】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05156-28F1-41ED-8396-3EB1FF4B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运行与部署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B43C3-E86D-4AC6-BAF5-AB1080D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3667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【本地或云端】</a:t>
            </a:r>
          </a:p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【设备或API、成本估计】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1C358-9683-4278-A2C7-B10D32A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课程技术实验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414BD-522C-4432-9304-3F63E6E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【选择一项微调、检索优化、评估、量化或部署实验，说明改哪个因素】</a:t>
            </a:r>
          </a:p>
        </p:txBody>
      </p:sp>
    </p:spTree>
    <p:extLst>
      <p:ext uri="{BB962C8B-B14F-4D97-AF65-F5344CB8AC3E}">
        <p14:creationId xmlns:p14="http://schemas.microsoft.com/office/powerpoint/2010/main" val="468719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08DA9-72C5-4B7F-82AD-157D71E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最小验证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ACEF5-A055-461B-9B37-2DCC6F5C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对应：最小技术验证 20分。可在本页进行1—2分钟演示。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BA77C-9829-4DAD-ACDD-659C0CF4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90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D6B02-F9FF-4397-BBCC-A4E6ADC0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7762D-B5B7-4BD5-83D2-6E9EAD3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65722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DF"/>
            </a:solidFill>
            <a:prstDash val="dash"/>
          </a:ln>
        </p:spPr>
        <p:txBody>
          <a:bodyPr xmlns:a="http://schemas.openxmlformats.org/drawingml/2006/main" wrap="square" lIns="171450" tIns="171450" rIns="171450" bIns="17145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【放入真实运行截图或演示入口】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让观众看见输入、实际输出和关键过程。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26845-644F-4BD0-94A7-AE489A4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这次实际跑了什么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BB4C4-7BFE-4566-90A8-54A3213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【输入与输出，各一句话】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B1D1D-2AE1-4003-9BA6-BCE5C46B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失败或边界情况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3F614-C04A-4BA7-B4AD-6E7F3512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90925"/>
            <a:ext cx="376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【一个答错或无法判断的情况】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7C65D-8251-46D0-8179-85703AC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复现线索：【运行环境、代码版本或日志位置】</a:t>
            </a:r>
          </a:p>
          <a:p xmlns:a="http://schemas.openxmlformats.org/drawingml/2006/main">
            <a:pPr algn="l">
              <a:def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目前状态：【已完成哪些环节，还有哪些只是计划】</a:t>
            </a:r>
          </a:p>
        </p:txBody>
      </p:sp>
    </p:spTree>
    <p:extLst>
      <p:ext uri="{BB962C8B-B14F-4D97-AF65-F5344CB8AC3E}">
        <p14:creationId xmlns:p14="http://schemas.microsoft.com/office/powerpoint/2010/main" val="2012110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304CB-D030-4B86-8CF2-5AB20D7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对比评测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A06B-B2C3-4A47-8FD3-CBADD55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对应：评测设计 15分。围绕第2页的痛点，用相同任务比较。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2BCB3-AC95-4AB0-8D54-90BFAE0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50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6C543-85DA-4916-890F-E6566B4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8916-9E6F-492B-9F46-39DAA7543C9C}"/>
              </a:ext>
            </a:extLst>
          </p:cNvPr>
          <p:cNvGraphicFramePr/>
          <p:nvPr/>
        </p:nvGraphicFramePr>
        <p:xfrm>
          <a:off xmlns:a="http://schemas.openxmlformats.org/drawingml/2006/main" x="666750" y="1971675"/>
          <a:ext xmlns:a="http://schemas.openxmlformats.org/drawingml/2006/main" cx="10668000" cy="2524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2428875"/>
                <a:gridCol w="3000375"/>
                <a:gridCol w="2667000"/>
              </a:tblGrid>
              <a:tr h="8413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要改善什么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与谁比较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怎么测、测多少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目标或当前实测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8413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【填写一个改进点】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【现成方案或原模型】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【相同输入、指标、样本】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【标明目标或实测】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【补充一项代价或局限】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【相同对比对象】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【耗时、成本或失败情况】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【标明目标或实测】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518A-94BE-48BF-89B5-224B34B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怎样认定改进有用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E0552-D04E-442C-B358-37C08AF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【说明判断依据或验收条件；独立测试样例从哪里来】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2FDC0-2758-4ECB-B4DF-5F6D70A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可选指标：任务正确率、操作步骤、完成时间、单次成本。只选与痛点相关的。</a:t>
            </a:r>
          </a:p>
        </p:txBody>
      </p:sp>
    </p:spTree>
    <p:extLst>
      <p:ext uri="{BB962C8B-B14F-4D97-AF65-F5344CB8AC3E}">
        <p14:creationId xmlns:p14="http://schemas.microsoft.com/office/powerpoint/2010/main" val="2124914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81402-B7CB-4C1F-AFDC-EF51445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分工与计划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7AD63-BD60-4B22-85AE-783B03AA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对应：分工与现场答问 10分。每位成员能解释本人工作。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76628-0C26-4AB6-8C74-78043CB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建议 35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583B-1E14-476D-9C60-C076BCB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51C10-220D-4167-B3AC-D26D272C0B2E}"/>
              </a:ext>
            </a:extLst>
          </p:cNvPr>
          <p:cNvGraphicFramePr/>
          <p:nvPr/>
        </p:nvGraphicFramePr>
        <p:xfrm>
          <a:off xmlns:a="http://schemas.openxmlformats.org/drawingml/2006/main" x="666750" y="1895475"/>
          <a:ext xmlns:a="http://schemas.openxmlformats.org/drawingml/2006/main" cx="10668000" cy="2552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2809875"/>
                <a:gridCol w="4381500"/>
                <a:gridCol w="1857375"/>
              </a:tblGrid>
              <a:tr h="6381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已经完成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下一步交付物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完成日期</a:t>
                      </a:r>
                    </a:p>
                  </a:txBody>
                  <a:tcPr marL="91440" marR="91440" marT="45720" marB="45720" anchor="ctr">
                    <a:solidFill>
                      <a:srgbClr val="F2F6F9"/>
                    </a:solidFill>
                  </a:tcPr>
                </a:tc>
              </a:tr>
              <a:tr h="6381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【姓名】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【具体工作】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【可演示或检查的成果】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【日期】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【姓名】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【具体工作】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【可演示或检查的成果】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【日期】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【姓名】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【具体工作】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【可演示或检查的成果】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6D7F9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【日期】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5E05A-C70A-47F7-9436-7CDA342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主要风险与备选方案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86DE8-BB10-4761-87AC-3044F888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F90"/>
                </a:solidFill>
                <a:latin typeface="Microsoft YaHei"/>
                <a:ea typeface="Microsoft YaHei"/>
                <a:cs typeface="Microsoft YaHei"/>
              </a:rPr>
              <a:t>【最可能卡住的一件事，以及做不通时的替代办法】</a:t>
            </a:r>
          </a:p>
        </p:txBody>
      </p:sp>
    </p:spTree>
    <p:extLst>
      <p:ext uri="{BB962C8B-B14F-4D97-AF65-F5344CB8AC3E}">
        <p14:creationId xmlns:p14="http://schemas.microsoft.com/office/powerpoint/2010/main" val="381290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2026-10-09T02:23:25.2690000Z</dcterms:created>
  <dcterms:modified xsi:type="dcterms:W3CDTF">2026-10-09T02:23:25.2690000Z</dcterms:modified>
</coreProperties>
</file>